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presentation/d/1D49fRElwkZYbEvQXB_rp5DEy22HFsabnXyeMQdNgjRw/edit?usp=sharing" TargetMode="External"/><Relationship Id="rId3" Type="http://schemas.openxmlformats.org/officeDocument/2006/relationships/hyperlink" Target="https://youtu.be/GgrLzCa1N5U?si=xC02L43BfNts3u_f" TargetMode="External"/><Relationship Id="rId4" Type="http://schemas.openxmlformats.org/officeDocument/2006/relationships/hyperlink" Target="https://github.com/tokamak-network/Tokamak-zk-EVM-contracts/blob/main/docs/index.md" TargetMode="External"/><Relationship Id="rId5" Type="http://schemas.openxmlformats.org/officeDocument/2006/relationships/hyperlink" Target="https://eprint.iacr.org/2024/507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365760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365760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209544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배포된 DApp을 호출하지 않는다. bytecode에서 만든 metadata를 보고 proof를 받아들일지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542032"/>
            <a:ext cx="2157984" cy="80467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Solidity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2542032"/>
            <a:ext cx="2157984" cy="80467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compiler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42032"/>
            <a:ext cx="2157984" cy="80467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bridge input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99232" y="2944368"/>
            <a:ext cx="1627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14032" y="2944368"/>
            <a:ext cx="162763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035808" y="2148840"/>
            <a:ext cx="155448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258568"/>
            <a:ext cx="1353312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함수: solidity compiler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792224" cy="34747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00A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258568"/>
            <a:ext cx="1591056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00A6B2"/>
                </a:solidFill>
                <a:latin typeface="Apple SD Gothic Neo"/>
              </a:defRPr>
            </a:pPr>
            <a:r>
              <a:t>함수: Tokamak zk-EVM compiler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584448"/>
            <a:ext cx="56235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함수는 데이터를 바꾸고, 브릿지는 최종 metadata를 등록 기준으로 사용한다.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t>DApp deployment는 왜 필요한가?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bytecode를 만든다. 개발자가 같은 로직을 점검할 수 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t>Bridge는 무엇을 보나?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허용 함수, storage 범위, public input 형식을 본다.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t>Bridge는 무엇을 하지 않나?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호출도, L1 replay도 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54880"/>
            <a:ext cx="4590288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원본 tx와 witness는 L1에서 실행되지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3346704"/>
            <a:ext cx="184708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tx carries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proof + public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38" name="Oval 37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59168" y="3931920"/>
            <a:ext cx="21031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4088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9574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532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0183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6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6462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5175504"/>
            <a:ext cx="4480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출처: review + BridgeCore/ChannelManager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함께 보면 좋은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이해에 필요한 배경 자료.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29968"/>
            <a:ext cx="49834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249424"/>
            <a:ext cx="3273552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80" b="1">
                <a:solidFill>
                  <a:srgbClr val="2563EB"/>
                </a:solidFill>
                <a:latin typeface="Apple SD Gothic Neo"/>
              </a:defRPr>
            </a:pPr>
            <a:r>
              <a:t>Tokamak zk-EVM 설명 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70048"/>
            <a:ext cx="329184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실행, 증명, compiler/verifier 배경을 이해하기 위한 발표 자료.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4443984" y="2542032"/>
            <a:ext cx="1078992" cy="38404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70048"/>
            <a:ext cx="914400" cy="1280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rPr>
                <a:hlinkClick r:id="rId2"/>
              </a:rPr>
              <a:t>Slides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2029968"/>
            <a:ext cx="49834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49424"/>
            <a:ext cx="3273552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80" b="1">
                <a:solidFill>
                  <a:srgbClr val="21A67A"/>
                </a:solidFill>
                <a:latin typeface="Apple SD Gothic Neo"/>
              </a:defRPr>
            </a:pPr>
            <a:r>
              <a:t>Tokamak zk-EVM 쉬운 설명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670048"/>
            <a:ext cx="329184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핵심 아이디어를 빠르게 따라가기 위한 입문 영상.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848088" y="2542032"/>
            <a:ext cx="1078992" cy="38404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2670048"/>
            <a:ext cx="914400" cy="1280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rPr>
                <a:hlinkClick r:id="rId3"/>
              </a:rPr>
              <a:t>YouTube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84448"/>
            <a:ext cx="49834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803904"/>
            <a:ext cx="3273552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80" b="1">
                <a:solidFill>
                  <a:srgbClr val="6D5BD0"/>
                </a:solidFill>
                <a:latin typeface="Apple SD Gothic Neo"/>
              </a:defRPr>
            </a:pPr>
            <a:r>
              <a:t>공식 기술 문서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224528"/>
            <a:ext cx="329184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Private App Channels, bridge, DApp 구조를 정리한 개발 문서.</a:t>
            </a:r>
          </a:p>
        </p:txBody>
      </p:sp>
      <p:sp>
        <p:nvSpPr>
          <p:cNvPr id="22" name="Rounded Rectangle 21">
            <a:hlinkClick r:id="rId4"/>
          </p:cNvPr>
          <p:cNvSpPr/>
          <p:nvPr/>
        </p:nvSpPr>
        <p:spPr>
          <a:xfrm>
            <a:off x="4443984" y="4096512"/>
            <a:ext cx="1078992" cy="38404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224528"/>
            <a:ext cx="914400" cy="1280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6D5BD0"/>
                </a:solidFill>
                <a:latin typeface="Apple SD Gothic Neo"/>
              </a:defRPr>
            </a:pPr>
            <a:r>
              <a:rPr>
                <a:hlinkClick r:id="rId4"/>
              </a:rPr>
              <a:t>GitHub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584448"/>
            <a:ext cx="49834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803904"/>
            <a:ext cx="3273552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80" b="1">
                <a:solidFill>
                  <a:srgbClr val="F59E0B"/>
                </a:solidFill>
                <a:latin typeface="Apple SD Gothic Neo"/>
              </a:defRPr>
            </a:pPr>
            <a:r>
              <a:t>Tokamak zk-EVM ePrint 논문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224528"/>
            <a:ext cx="329184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Tokamak zk-EVM 설계와 증명 시스템을 다룬 아카이브 논문.</a:t>
            </a:r>
          </a:p>
        </p:txBody>
      </p:sp>
      <p:sp>
        <p:nvSpPr>
          <p:cNvPr id="27" name="Rounded Rectangle 26">
            <a:hlinkClick r:id="rId5"/>
          </p:cNvPr>
          <p:cNvSpPr/>
          <p:nvPr/>
        </p:nvSpPr>
        <p:spPr>
          <a:xfrm>
            <a:off x="9848088" y="4096512"/>
            <a:ext cx="1078992" cy="38404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0384" y="4224528"/>
            <a:ext cx="914400" cy="1280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rPr>
                <a:hlinkClick r:id="rId5"/>
              </a:rPr>
              <a:t>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