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24927" y="0"/>
            <a:ext cx="477316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09560" y="768096"/>
            <a:ext cx="3145536" cy="877824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68512" y="2240280"/>
            <a:ext cx="2478024" cy="877824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17536" y="3712463"/>
            <a:ext cx="3337560" cy="877824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9427464" y="1645920"/>
            <a:ext cx="0" cy="594360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802368" y="3118104"/>
            <a:ext cx="0" cy="594359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1005840"/>
            <a:ext cx="66751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157984"/>
            <a:ext cx="621792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CFD8E8"/>
                </a:solidFill>
                <a:latin typeface="Apple SD Gothic Neo"/>
              </a:defRPr>
            </a:pPr>
            <a:r>
              <a:t>Ethereum에 정산되는 자산을 기준으로</a:t>
            </a:r>
          </a:p>
          <a:p>
            <a:pPr>
              <a:defRPr sz="1700" b="0">
                <a:solidFill>
                  <a:srgbClr val="CFD8E8"/>
                </a:solidFill>
                <a:latin typeface="Apple SD Gothic Neo"/>
              </a:defRPr>
            </a:pPr>
            <a:r>
              <a:t>DApp별 프라이버시 실행 채널을 구성하는 브릿지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27832"/>
            <a:ext cx="1444752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291839"/>
            <a:ext cx="138988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Ethereum 정산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04288" y="3227832"/>
            <a:ext cx="16459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3291839"/>
            <a:ext cx="15910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DApp 정책 스냅샷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3087" y="3227832"/>
            <a:ext cx="150876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3291839"/>
            <a:ext cx="1453895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증명 기반 상태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대상: 대학원 연구자와 프로토콜 개발자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09728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587752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069080"/>
            <a:ext cx="265176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DApp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핵심 테제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926080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2139696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21284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246120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31927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352544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425696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926080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999232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228600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35915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611880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68503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937760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50109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441448"/>
            <a:ext cx="777240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3255264"/>
            <a:ext cx="777240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441448"/>
            <a:ext cx="905256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3255264"/>
            <a:ext cx="905256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3255264"/>
            <a:ext cx="905256" cy="1399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560320"/>
            <a:ext cx="804672" cy="6949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3255264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3255264"/>
            <a:ext cx="804672" cy="1956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26080" y="184708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39572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L1 브릿지는 새 channel commitment를 받아들이기 전에 proof의 의미를 검증한다.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열린 연구 및 엔지니어링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설계는 일부 global flexibility보다 explicit policy와 isolation을 선택한다.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per-channel execution은 강한 safety boundary를 주지만, cross-channel composition이 주된 최적화 대상은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channel policy bug는 보통 in-place rewrite가 아니라 새 channel이나 migration path를 요구한다.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storage key는 finite leaf domain에 투영되므로 capacity와 collision risk는 channel lifetime concern이다.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compliance, auditability, selective disclosure는 DApp별로 프로그램하고 문서화해야 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