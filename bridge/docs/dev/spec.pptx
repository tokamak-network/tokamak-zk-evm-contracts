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633472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06624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1828800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90195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2962656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03580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096512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169664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633472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706624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196596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0391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310128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383280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654296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727448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130552"/>
            <a:ext cx="777240" cy="8229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2953512"/>
            <a:ext cx="777240" cy="31089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130552"/>
            <a:ext cx="905256" cy="8229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2953512"/>
            <a:ext cx="905256" cy="31089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2953512"/>
            <a:ext cx="905256" cy="1444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240280"/>
            <a:ext cx="804672" cy="7132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2953512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2953512"/>
            <a:ext cx="804672" cy="197510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017520" y="1335024"/>
            <a:ext cx="24688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130552"/>
            <a:ext cx="256032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L1 브릿지는 새 channel commitment를 받아들이기 전에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