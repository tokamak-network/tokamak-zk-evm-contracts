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803904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133087"/>
            <a:ext cx="1572768" cy="74980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251960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480560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DApp txs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507992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133087"/>
            <a:ext cx="1572768" cy="74980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251960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480560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DApp txs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+ 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507992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133087"/>
            <a:ext cx="1572768" cy="74980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251960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480560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next local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969263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Channel policy가 고르는 운영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4187952"/>
            <a:ext cx="25968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80" b="0">
                <a:solidFill>
                  <a:srgbClr val="5C667A"/>
                </a:solidFill>
                <a:latin typeface="Apple SD Gothic Neo"/>
              </a:defRPr>
            </a:pPr>
            <a:r>
              <a:t>왼쪽 block 색상과 무관한 배치 옵션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07408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462272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07408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462272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07408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462272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32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