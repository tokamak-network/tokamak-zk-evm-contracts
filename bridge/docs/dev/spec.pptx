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24927" y="0"/>
            <a:ext cx="477316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09560" y="768096"/>
            <a:ext cx="3145536" cy="877824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68512" y="2240280"/>
            <a:ext cx="2478024" cy="877824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17536" y="3712463"/>
            <a:ext cx="3337560" cy="877824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9427464" y="1645920"/>
            <a:ext cx="0" cy="594360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802368" y="3118104"/>
            <a:ext cx="0" cy="594359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1005840"/>
            <a:ext cx="66751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Tokamak Private App Channels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157984"/>
            <a:ext cx="6126480" cy="4754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CFD8E8"/>
                </a:solidFill>
                <a:latin typeface="Aptos"/>
              </a:defRPr>
            </a:pPr>
            <a:r>
              <a:t>Bridge-coupled validity-proven DApp channels for</a:t>
            </a:r>
          </a:p>
          <a:p>
            <a:pPr>
              <a:defRPr sz="1700" b="0">
                <a:solidFill>
                  <a:srgbClr val="CFD8E8"/>
                </a:solidFill>
                <a:latin typeface="Aptos"/>
              </a:defRPr>
            </a:pPr>
            <a:r>
              <a:t>Ethereum-settled confidential application state.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27832"/>
            <a:ext cx="1719072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291839"/>
            <a:ext cx="1664207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Ethereum settlement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8608" y="3227832"/>
            <a:ext cx="1847088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39" y="3291839"/>
            <a:ext cx="179222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DApp policy snapshots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0288" y="3227832"/>
            <a:ext cx="1618488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3291839"/>
            <a:ext cx="156362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Proof-backed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tos"/>
              </a:defRPr>
            </a:pPr>
            <a:r>
              <a:t>Target audience: graduate researchers and protocol developers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09728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BridgeCore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587752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ChannelManager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069080"/>
            <a:ext cx="265176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DApp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Why App-Specific Channels?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system narrows the execution domain so privacy, custody, and proof meaning are easier to reason about.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Custody ambiguity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Private execution should not move the canonical asset into an opaque operator custody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Proof interpretation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A proof is only meaningful when the bridge knows which function, storage surface, and public-input layout it describes.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Privacy overclaiming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The bridge lowers the settlement disclosure surface, but semantic privacy must be programmed by each DApp.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tos Display"/>
              </a:defRPr>
            </a:pPr>
            <a:r>
              <a:t>Design response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Keep canonical custody and proof acceptance on Ethereum.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Admit execution through bridge-managed DApp metadata.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Snapshot the channel policy when users choose to join.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The Core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Users join a specific channel policy, not a mutable generic rollup.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tos Display"/>
              </a:defRPr>
            </a:pPr>
            <a:r>
              <a:t>Generic rollup mindset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tos"/>
              </a:defRPr>
            </a:pPr>
            <a:r>
              <a:t>One global execution environment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tos"/>
              </a:defRPr>
            </a:pPr>
            <a:r>
              <a:t>Application policy is often downstream of rollup policy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tos"/>
              </a:defRPr>
            </a:pPr>
            <a:r>
              <a:t>Privacy assumptions can become implicit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tos Display"/>
              </a:defRPr>
            </a:pPr>
            <a:r>
              <a:t>Private App Channel mindset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tos"/>
              </a:defRPr>
            </a:pPr>
            <a:r>
              <a:t>One registered DApp per channel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tos"/>
              </a:defRPr>
            </a:pPr>
            <a:r>
              <a:t>Immutable policy snapshot at creation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tos"/>
              </a:defRPr>
            </a:pPr>
            <a:r>
              <a:t>DApp-programmed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709160" y="5074920"/>
            <a:ext cx="274320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tos"/>
              </a:defRPr>
            </a:pPr>
            <a:r>
              <a:t>policy choice becomes explicit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SYSTEM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tos Display"/>
              </a:defRPr>
            </a:pPr>
            <a:r>
              <a:t>Actors, Contracts, and State Domains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bridge fabric is shared, while each channel is a DApp-scoped execution domain.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633472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06624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1828800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190195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2962656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03580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096512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169664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633472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706624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196596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0391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310128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383280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654296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727448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130552"/>
            <a:ext cx="777240" cy="82296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2953512"/>
            <a:ext cx="777240" cy="31089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130552"/>
            <a:ext cx="905256" cy="82296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2953512"/>
            <a:ext cx="905256" cy="31089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2953512"/>
            <a:ext cx="905256" cy="14447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240280"/>
            <a:ext cx="804672" cy="7132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2953512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2953512"/>
            <a:ext cx="804672" cy="197510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017520" y="1335024"/>
            <a:ext cx="24688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tos"/>
              </a:defRPr>
            </a:pPr>
            <a:r>
              <a:t>Shared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2130552"/>
            <a:ext cx="256032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tos"/>
              </a:defRPr>
            </a:pPr>
            <a:r>
              <a:t>Per-channel execution surface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RESEARCH 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What Is Different?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bridge is DApp-aware at admission time and DApp-agnostic at settlement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Registered metadata defines the bridge vocabulary for function selectors, preprocess hashes, storage roots, and public-input offsets.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Existing channels keep the verifier snapshot, function root, managed storage vector, and refund policy they accepted at creation.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Tokamak proofs cover general DApp execution; Groth16 updateTree proofs cover channel-token-vault accounting.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tos"/>
              </a:defRPr>
            </a:pPr>
            <a:r>
              <a:t>Research lens: validity proofs, metadata admission, and channel-local policy replace a monolithic rollup while preserving Ethereum settlement.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tos Display"/>
              </a:defRPr>
            </a:pPr>
            <a:r>
              <a:t>What Is Fixed at Channel Creation?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A channel snapshots the execution grammar that users are about to accept.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tos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tos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tos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tos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tos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tos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tos"/>
              </a:defRPr>
            </a:pPr>
            <a:r>
              <a:t>genesis proof context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tos"/>
              </a:defRPr>
            </a:pPr>
            <a:r>
              <a:t>Future metadata or verifier changes affect future channels; they do not silently rewrite already-created channels.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BRIDGE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tos Display"/>
              </a:defRPr>
            </a:pPr>
            <a:r>
              <a:t>Shared Control Plane, Isolated Channels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Root contracts coordinate custody and admission; channel managers track channel-local commitments.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Shared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tos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tos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tos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tos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Per-Channel Execution Domains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Channel A</a:t>
            </a:r>
          </a:p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Channel B</a:t>
            </a:r>
          </a:p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Channel C</a:t>
            </a:r>
          </a:p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tos"/>
              </a:defRPr>
            </a:pPr>
            <a:r>
              <a:t>Isolation is the safety default: one channel should not rewrite another channel's accepted state.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DAPP REGISTRATION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tos Display"/>
              </a:defRPr>
            </a:pPr>
            <a:r>
              <a:t>Metadata Is the Admission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A Solidity function is not enough; the bridge admits only registered proof vocabulary.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tos Display"/>
              </a:defRPr>
            </a:pPr>
            <a:r>
              <a:t>Registration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tos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tos"/>
              </a:defRPr>
            </a:pPr>
            <a:r>
              <a:t>pre-allocated storage keys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tos"/>
              </a:defRPr>
            </a:pPr>
            <a:r>
              <a:t>user storage slots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tos"/>
              </a:defRPr>
            </a:pPr>
            <a:r>
              <a:t>supported function list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tos"/>
              </a:defRPr>
            </a:pPr>
            <a:r>
              <a:t>preprocess hash per function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tos"/>
              </a:defRPr>
            </a:pPr>
            <a:r>
              <a:t>instance layout offsets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tos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tos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tos Display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tos"/>
              </a:defRPr>
            </a:pPr>
            <a:r>
              <a:t>Does this DApp exist?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tos"/>
              </a:defRPr>
            </a:pPr>
            <a:r>
              <a:t>Is the function root admissible?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tos"/>
              </a:defRPr>
            </a:pPr>
            <a:r>
              <a:t>Does the preprocess hash match?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tos"/>
              </a:defRPr>
            </a:pPr>
            <a:r>
              <a:t>Do storage-write indices stay in the managed vector?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tos"/>
              </a:defRPr>
            </a:pPr>
            <a:r>
              <a:t>Do public-input offsets decode expected fields?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CHANNEL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tos Display"/>
              </a:defRPr>
            </a:pPr>
            <a:r>
              <a:t>From Registered DApp to Live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Creation is permissionless at the bridge level after a DApp is registered.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tos"/>
              </a:defRPr>
            </a:pPr>
            <a:r>
              <a:t>Check DApp metadata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tos"/>
              </a:defRPr>
            </a:pPr>
            <a:r>
              <a:t>Bind leader and asset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tos"/>
              </a:defRPr>
            </a:pPr>
            <a:r>
              <a:t>Snapshot verifiers and function root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tos"/>
              </a:defRPr>
            </a:pPr>
            <a:r>
              <a:t>Deploy ChannelManager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tos"/>
              </a:defRPr>
            </a:pPr>
            <a:r>
              <a:t>Initialize commitment and proof 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creator chooses only exposed channel parameters. The execution grammar comes from registration metadata.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STATE TRANSITIONS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L1 bridge verifies proof meaning before accepting a new channel commitment.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CLI builds proof</a:t>
            </a:r>
          </a:p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input bundle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verifies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Metadata checks</a:t>
            </a:r>
          </a:p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decode public inputs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advances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Observed writes</a:t>
            </a:r>
          </a:p>
          <a:p>
            <a:pPr algn="ctr">
              <a:defRPr sz="1100" b="1">
                <a:solidFill>
                  <a:srgbClr val="1B1F2A"/>
                </a:solidFill>
                <a:latin typeface="Aptos"/>
              </a:defRPr>
            </a:pPr>
            <a:r>
              <a:t>are emitted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tos"/>
              </a:defRPr>
            </a:pPr>
            <a:r>
              <a:t>current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tos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tos"/>
              </a:defRPr>
            </a:pPr>
            <a:r>
              <a:t>proof 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tos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tos"/>
              </a:defRPr>
            </a:pPr>
            <a:r>
              <a:t>next 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tos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TOKEN MOVEMENT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tos Display"/>
              </a:defRPr>
            </a:pPr>
            <a:r>
              <a:t>Custody and Accounting Are Deliberately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Canonical tokens remain in the shared L1 vault; channel state records accounting and notes.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tos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tos"/>
              </a:defRPr>
            </a:pPr>
            <a:r>
              <a:t>Deposit / withdraw accounting uses Groth16 updateTree proofs. Rich DApp execution uses Tokamak proofs over registered metadata.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PRIVATE-STATE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tos Display"/>
              </a:defRPr>
            </a:pPr>
            <a:r>
              <a:t>A 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Private-state keeps TON custody on L1 while channel-local state records balances, commitments, and nullifiers.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Accounting-only liquid balances. The controller mutates balances; the vault is not canonical custody.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User-facing note lifecycle: mint from liquid balance, transfer notes, redeem notes back to liquid balance.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tos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tos Display"/>
              </a:defRPr>
            </a:pPr>
            <a:r>
              <a:t>Value Moves Through Three Representations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Bridge liquidity, L2 accounting, and private notes are separate protocol objects.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tos"/>
              </a:defRPr>
            </a:pPr>
            <a:r>
              <a:t>deposit bridge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tos"/>
              </a:defRPr>
            </a:pPr>
            <a:r>
              <a:t>deposit channel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tos"/>
              </a:defRPr>
            </a:pPr>
            <a:r>
              <a:t>mint notes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tos"/>
              </a:defRPr>
            </a:pPr>
            <a:r>
              <a:t>transfer notes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tos"/>
              </a:defRPr>
            </a:pPr>
            <a:r>
              <a:t>redeem notes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tos"/>
              </a:defRPr>
            </a:pPr>
            <a:r>
              <a:t>withdraw channel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tos"/>
              </a:defRPr>
            </a:pPr>
            <a:r>
              <a:t>withdraw bridge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tos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tos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tos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PRIVACY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tos Display"/>
              </a:defRPr>
            </a:pPr>
            <a:r>
              <a:t>Programmed Disclosure, Not Invisible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DApp decides which public observations exist after proof acceptance.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tos Display"/>
              </a:defRPr>
            </a:pPr>
            <a:r>
              <a:t>Hidden from public contract state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tos Display"/>
              </a:defRPr>
            </a:pPr>
            <a:r>
              <a:t>Visible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638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5753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9867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commitments and 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3982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tos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tos Display"/>
              </a:defRPr>
            </a:pPr>
            <a:r>
              <a:t>The Bridge Rejects Ambiguous State Meaning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abstract spec turns implementation assumptions into explicit admissibility constraints.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tos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tos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tos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tos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tos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tos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tos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tos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Every root vector, storage-write descriptor, snapshot, and proof input must use the same DApp-wide storage order.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A state update becomes meaningful only when proof verification and bridge metadata checks both succeed.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The bridge does not accept a selector merely because it exists in deployed bytecode.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IMPLEMENTATION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tos Display"/>
              </a:defRPr>
            </a:pPr>
            <a:r>
              <a:t>Concepts to Contracts and Scripts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current codebase separates stable protocol roles from volatile deployment details.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tos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tos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tos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tos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tos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tos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tos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DEVELOPER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tos Display"/>
              </a:defRPr>
            </a:pPr>
            <a:r>
              <a:t>How to Implement and Operate a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workflow turns contracts, synthesizer metadata, and CLI proof generation into one bridge-coupled path.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tos"/>
              </a:defRPr>
            </a:pPr>
            <a:r>
              <a:t>Deploy bridge stack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tos"/>
              </a:defRPr>
            </a:pPr>
            <a:r>
              <a:t>Deploy private-state DApp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tos"/>
              </a:defRPr>
            </a:pPr>
            <a:r>
              <a:t>Synthesize and preprocess examples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tos"/>
              </a:defRPr>
            </a:pPr>
            <a:r>
              <a:t>Register DApp metadata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tos"/>
              </a:defRPr>
            </a:pPr>
            <a:r>
              <a:t>Create or join a channel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tos"/>
              </a:defRPr>
            </a:pPr>
            <a:r>
              <a:t>Submit proof-backed wallet operations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tos Display"/>
              </a:defRPr>
            </a:pPr>
            <a:r>
              <a:t>Open Research and Engineering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The design chooses explicit policy and isolation over some forms of global flexibility.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Per-channel execution gives tight safety boundaries, but cross-channel composition is not the primary optimization 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Channel policy bugs normally require a new channel or migration path rather than in-place rewriting.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Storage keys are projected into a finite leaf domain, so capacity and collision risk are channel-lifetime concerns.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tos Display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tos"/>
              </a:defRPr>
            </a:pPr>
            <a:r>
              <a:t>Compliance, auditability, and selective disclosure must be programmed and documented per DApp.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tos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tos Display"/>
              </a:defRPr>
            </a:pPr>
            <a:r>
              <a:t>What to 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tos"/>
              </a:defRPr>
            </a:pPr>
            <a:r>
              <a:t>Tokamak Private App Channels are a bridge fabric for validity-proven DApp-specific execution.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tos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1B1F2A"/>
                </a:solidFill>
                <a:latin typeface="Aptos"/>
              </a:defRPr>
            </a:pPr>
            <a:r>
              <a:t>Ethereum remains the custody and validity anchor.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1B1F2A"/>
                </a:solidFill>
                <a:latin typeface="Aptos"/>
              </a:defRPr>
            </a:pPr>
            <a:r>
              <a:t>The bridge admits execution through registered metadata, not arbitrary ABI interpretation.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1B1F2A"/>
                </a:solidFill>
                <a:latin typeface="Aptos"/>
              </a:defRPr>
            </a:pPr>
            <a:r>
              <a:t>Each channel snapshots its DApp policy, verifier bindings, function root, and storage vector.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1B1F2A"/>
                </a:solidFill>
                <a:latin typeface="Aptos"/>
              </a:defRPr>
            </a:pPr>
            <a:r>
              <a:t>Tokamak proofs and Groth16 accounting proofs serve different bridge responsibilities.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1B1F2A"/>
                </a:solidFill>
                <a:latin typeface="Aptos"/>
              </a:defRPr>
            </a:pPr>
            <a:r>
              <a:t>Private-state demonstrates DApp-programmed privacy with transparent L1 entry and exit.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The central question is not only whether a proof verifies, but what policy gives that proof meaning.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