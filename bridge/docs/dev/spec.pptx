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24927" y="0"/>
            <a:ext cx="477316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09560" y="768096"/>
            <a:ext cx="3145536" cy="877824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68512" y="2240280"/>
            <a:ext cx="2478024" cy="877824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3712463"/>
            <a:ext cx="3337560" cy="877824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7464" y="1645920"/>
            <a:ext cx="0" cy="594360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02368" y="3118104"/>
            <a:ext cx="0" cy="594359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005840"/>
            <a:ext cx="66751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57984"/>
            <a:ext cx="621792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Ethereum에 정산되는 자산을 기준으로</a:t>
            </a:r>
          </a:p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DApp별 프라이버시 실행 채널을 구성하는 브릿지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1444752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91839"/>
            <a:ext cx="13898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Ethereum 정산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3227832"/>
            <a:ext cx="16459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291839"/>
            <a:ext cx="15910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DApp 정책 스냅샷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3227832"/>
            <a:ext cx="150876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3291839"/>
            <a:ext cx="1453895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증명 기반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09728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87752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6908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DApp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핵심 테제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L1 브릿지는 새 channel commitment를 받아들이기 전에 proof의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