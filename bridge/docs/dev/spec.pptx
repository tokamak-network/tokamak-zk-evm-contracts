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83664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83664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83664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67712"/>
            <a:ext cx="26060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68296"/>
            <a:ext cx="219456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834640"/>
            <a:ext cx="26060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35224"/>
            <a:ext cx="219456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401568"/>
            <a:ext cx="26060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02151"/>
            <a:ext cx="219456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913632"/>
            <a:ext cx="2606040" cy="11155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69080"/>
            <a:ext cx="1463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2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4256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352544"/>
            <a:ext cx="1828800" cy="17373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80" b="0">
                <a:solidFill>
                  <a:srgbClr val="1B1F2A"/>
                </a:solidFill>
                <a:latin typeface="Apple SD Gothic Neo"/>
              </a:defRPr>
            </a:pPr>
            <a:r>
              <a:t>proof 의미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6268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553712"/>
            <a:ext cx="1828800" cy="17373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80" b="0">
                <a:solidFill>
                  <a:srgbClr val="1B1F2A"/>
                </a:solidFill>
                <a:latin typeface="Apple SD Gothic Neo"/>
              </a:defRPr>
            </a:pPr>
            <a:r>
              <a:t>public input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8280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754880"/>
            <a:ext cx="1828800" cy="17373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80" b="0">
                <a:solidFill>
                  <a:srgbClr val="1B1F2A"/>
                </a:solidFill>
                <a:latin typeface="Apple SD Gothic Neo"/>
              </a:defRPr>
            </a:pPr>
            <a:r>
              <a:t>공개 데이터 범위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07408" y="2359152"/>
            <a:ext cx="1828800" cy="2231136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2" y="2615184"/>
            <a:ext cx="1353312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45152" y="3072384"/>
            <a:ext cx="135331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8" y="3118104"/>
            <a:ext cx="1280160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30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45152" y="3383279"/>
            <a:ext cx="135331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3429000"/>
            <a:ext cx="1280160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30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5152" y="3694176"/>
            <a:ext cx="135331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1728" y="3739896"/>
            <a:ext cx="1280160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30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45152" y="4005072"/>
            <a:ext cx="135331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8" y="4050791"/>
            <a:ext cx="1280160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30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52944" y="2267712"/>
            <a:ext cx="305409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2368296"/>
            <a:ext cx="248716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52944" y="2834640"/>
            <a:ext cx="305409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2935224"/>
            <a:ext cx="248716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3401568"/>
            <a:ext cx="305409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3502151"/>
            <a:ext cx="248716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3913632"/>
            <a:ext cx="3054096" cy="111556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54112" y="4069080"/>
            <a:ext cx="1700784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2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4" name="Oval 43"/>
          <p:cNvSpPr/>
          <p:nvPr/>
        </p:nvSpPr>
        <p:spPr>
          <a:xfrm>
            <a:off x="7808975" y="442569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73567" y="4352544"/>
            <a:ext cx="2066543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8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46" name="Oval 45"/>
          <p:cNvSpPr/>
          <p:nvPr/>
        </p:nvSpPr>
        <p:spPr>
          <a:xfrm>
            <a:off x="7808975" y="45902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73567" y="4517136"/>
            <a:ext cx="2066543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8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48" name="Oval 47"/>
          <p:cNvSpPr/>
          <p:nvPr/>
        </p:nvSpPr>
        <p:spPr>
          <a:xfrm>
            <a:off x="7808975" y="47548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73567" y="4681728"/>
            <a:ext cx="2066543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80" b="0">
                <a:solidFill>
                  <a:srgbClr val="1B1F2A"/>
                </a:solidFill>
                <a:latin typeface="Apple SD Gothic Neo"/>
              </a:defRPr>
            </a:pPr>
            <a:r>
              <a:t>참여 조건</a:t>
            </a:r>
          </a:p>
        </p:txBody>
      </p:sp>
      <p:sp>
        <p:nvSpPr>
          <p:cNvPr id="50" name="Oval 49"/>
          <p:cNvSpPr/>
          <p:nvPr/>
        </p:nvSpPr>
        <p:spPr>
          <a:xfrm>
            <a:off x="7808975" y="491947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73567" y="4846320"/>
            <a:ext cx="2066543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980" b="0">
                <a:solidFill>
                  <a:srgbClr val="1B1F2A"/>
                </a:solidFill>
                <a:latin typeface="Apple SD Gothic Neo"/>
              </a:defRPr>
            </a:pPr>
            <a:r>
              <a:t>운영 방법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319272" y="2459736"/>
            <a:ext cx="1088136" cy="85039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319272" y="3026664"/>
            <a:ext cx="1088136" cy="28346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319272" y="3310128"/>
            <a:ext cx="1088136" cy="28346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6236208" y="2459736"/>
            <a:ext cx="1316736" cy="85039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236208" y="3026664"/>
            <a:ext cx="1316736" cy="283464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236208" y="3310128"/>
            <a:ext cx="1316736" cy="283464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31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