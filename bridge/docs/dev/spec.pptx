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33087"/>
            <a:ext cx="630936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Bridge는 transaction을 replay하지 않고, 등록된 DApp metadata와 verifier로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proof/public input의 의미를 검증한다.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694944"/>
            <a:ext cx="34290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20" b="1">
                <a:solidFill>
                  <a:srgbClr val="DEE7F6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54112" y="1078992"/>
            <a:ext cx="3310128" cy="932688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3568" y="1261872"/>
            <a:ext cx="2871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73568" y="1600200"/>
            <a:ext cx="2871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DEE7F6"/>
                </a:solidFill>
                <a:latin typeface="Apple SD Gothic Neo"/>
              </a:defRPr>
            </a:pPr>
            <a:r>
              <a:t>DApp policy: 실행 의미와 공개 범위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2578608"/>
            <a:ext cx="2212848" cy="841248"/>
          </a:xfrm>
          <a:prstGeom prst="roundRect">
            <a:avLst/>
          </a:prstGeom>
          <a:solidFill>
            <a:srgbClr val="142743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761488"/>
            <a:ext cx="1737360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063240"/>
            <a:ext cx="1828800" cy="1280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80" b="1">
                <a:solidFill>
                  <a:srgbClr val="DEE7F6"/>
                </a:solidFill>
                <a:latin typeface="Apple SD Gothic Neo"/>
              </a:defRPr>
            </a:pPr>
            <a:r>
              <a:t>등록 / proof 검증 / 정산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2" y="3986784"/>
            <a:ext cx="3310128" cy="932688"/>
          </a:xfrm>
          <a:prstGeom prst="roundRect">
            <a:avLst/>
          </a:prstGeom>
          <a:solidFill>
            <a:srgbClr val="1C4E3E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3568" y="4169663"/>
            <a:ext cx="2871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4507992"/>
            <a:ext cx="2871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DEE7F6"/>
                </a:solidFill>
                <a:latin typeface="Apple SD Gothic Neo"/>
              </a:defRPr>
            </a:pPr>
            <a:r>
              <a:t>Channel policy: 참여 조건과 운영 방법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87968" y="2011680"/>
            <a:ext cx="0" cy="566928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887968" y="3419856"/>
            <a:ext cx="0" cy="566928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2249424"/>
            <a:ext cx="1719072" cy="21945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2304288"/>
            <a:ext cx="1591056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2563EB"/>
                </a:solidFill>
                <a:latin typeface="Apple SD Gothic Neo"/>
              </a:defRPr>
            </a:pPr>
            <a:r>
              <a:t>L1 block 안의 bridge tx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30752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tx batch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359152" y="4498848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79776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9504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6936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execute txs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R_k -&gt; R_k+1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proof pi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352544" y="4498848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73168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82896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R_k+1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next txs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3712463" y="3163824"/>
            <a:ext cx="0" cy="877824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3383280"/>
            <a:ext cx="18470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L2 block proof + 공개 데이터가</a:t>
            </a:r>
          </a:p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bridge tx에 담긴다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2" name="Oval 41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9168" y="393192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20" b="1">
                <a:solidFill>
                  <a:srgbClr val="5C667A"/>
                </a:solidFill>
                <a:latin typeface="Apple SD Gothic Neo"/>
              </a:defRPr>
            </a:pPr>
            <a:r>
              <a:t>Channel policy field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59168" y="4142232"/>
            <a:ext cx="2514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354052"/>
                </a:solidFill>
                <a:latin typeface="Apple SD Gothic Neo"/>
              </a:defRPr>
            </a:pPr>
            <a:r>
              <a:t>Data availability 운영 방식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14032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68896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47888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2752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81744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30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