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presentation/d/1D49fRElwkZYbEvQXB_rp5DEy22HFsabnXyeMQdNgjRw/edit?usp=sharing" TargetMode="External"/><Relationship Id="rId3" Type="http://schemas.openxmlformats.org/officeDocument/2006/relationships/hyperlink" Target="https://youtu.be/GgrLzCa1N5U?si=xC02L43BfNts3u_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365760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209544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365760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209544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809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907792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DApp이 다룰 storage surface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4198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346704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허용할 function vocabulary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8587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785616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proof와 public input layout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2976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4224528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관찰 가능한 write / event 범위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1" name="Oval 20"/>
          <p:cNvSpPr/>
          <p:nvPr/>
        </p:nvSpPr>
        <p:spPr>
          <a:xfrm>
            <a:off x="6739128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907792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등록된 DApp인가?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8" y="34198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346704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이 proof가 허용된 함수 의미인가?</a:t>
            </a:r>
          </a:p>
        </p:txBody>
      </p:sp>
      <p:sp>
        <p:nvSpPr>
          <p:cNvPr id="25" name="Oval 24"/>
          <p:cNvSpPr/>
          <p:nvPr/>
        </p:nvSpPr>
        <p:spPr>
          <a:xfrm>
            <a:off x="6739128" y="38587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785616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public input layout이 맞는가?</a:t>
            </a:r>
          </a:p>
        </p:txBody>
      </p:sp>
      <p:sp>
        <p:nvSpPr>
          <p:cNvPr id="27" name="Oval 26"/>
          <p:cNvSpPr/>
          <p:nvPr/>
        </p:nvSpPr>
        <p:spPr>
          <a:xfrm>
            <a:off x="6739128" y="42976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224528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상태 변경이 허용 표면 안에 있는가?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배포된 DApp을 호출하지 않는다. bytecode에서 만든 metadata를 보고 proof를 받아들일지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542032"/>
            <a:ext cx="2157984" cy="80467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Solidity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2542032"/>
            <a:ext cx="2157984" cy="80467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compiler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2542032"/>
            <a:ext cx="2157984" cy="80467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660904"/>
            <a:ext cx="56692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862072"/>
            <a:ext cx="1755648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090672"/>
            <a:ext cx="1755648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bridge input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99232" y="2944368"/>
            <a:ext cx="1627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14032" y="2944368"/>
            <a:ext cx="162763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035808" y="2148840"/>
            <a:ext cx="1554480" cy="34747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2258568"/>
            <a:ext cx="1353312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함수: solidity compiler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2148840"/>
            <a:ext cx="1792224" cy="34747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00A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258568"/>
            <a:ext cx="1591056" cy="1371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00A6B2"/>
                </a:solidFill>
                <a:latin typeface="Apple SD Gothic Neo"/>
              </a:defRPr>
            </a:pPr>
            <a:r>
              <a:t>함수: Tokamak zk-EVM compiler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3584448"/>
            <a:ext cx="562356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함수는 데이터를 바꾸고, 브릿지는 최종 metadata를 등록 기준으로 사용한다.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563EB"/>
                </a:solidFill>
                <a:latin typeface="Apple SD Gothic Neo"/>
              </a:defRPr>
            </a:pPr>
            <a:r>
              <a:t>DApp deployment는 왜 필요한가?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bytecode를 만든다. 개발자가 같은 로직을 점검할 수 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21A67A"/>
                </a:solidFill>
                <a:latin typeface="Apple SD Gothic Neo"/>
              </a:defRPr>
            </a:pPr>
            <a:r>
              <a:t>Bridge는 무엇을 보나?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0016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허용 함수, storage 범위, public input 형식을 본다.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151376"/>
            <a:ext cx="3291840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7" y="4425696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20" b="1">
                <a:solidFill>
                  <a:srgbClr val="F59E0B"/>
                </a:solidFill>
                <a:latin typeface="Apple SD Gothic Neo"/>
              </a:defRPr>
            </a:pPr>
            <a:r>
              <a:t>Bridge는 무엇을 하지 않나?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4736592"/>
            <a:ext cx="269748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DApp 호출도, L1 replay도 하지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54880"/>
            <a:ext cx="4590288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원본 tx와 witness는 L1에서 실행되지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3346704"/>
            <a:ext cx="1847088" cy="2377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bridge tx carries</a:t>
            </a:r>
          </a:p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L2 proof + public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38" name="Oval 37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59168" y="3931920"/>
            <a:ext cx="21031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4088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9574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532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0183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60" y="4443984"/>
            <a:ext cx="107899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64624" y="4535424"/>
            <a:ext cx="969264" cy="1097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DApp-specific transition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918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channel-local state 변경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576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private-state note 이동 같은 DApp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32918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preprocess data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65760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public input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40233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95020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 block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285292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329184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321868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갱신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65760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58444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상태 변경 observation 기록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32841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255264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712463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39312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balance 변경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19" name="Oval 18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87121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이전 vault root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23697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새 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6758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60273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사용자 leaf key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96849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balance before /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871216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vault 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613648" y="33284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55264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3712463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3639312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6" y="5175504"/>
            <a:ext cx="44805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출처: review + BridgeCore/ChannelManager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함께 보면 좋은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이해에 필요한 배경 자료를 모아둔다. 목록은 이후 확장한다.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19088"/>
            <a:ext cx="43891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9104" y="6419088"/>
            <a:ext cx="5029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29968"/>
            <a:ext cx="103875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267712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Apple SD Gothic Neo"/>
              </a:defRPr>
            </a:pPr>
            <a:r>
              <a:t>Tokamak zk-EVM 설명 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706624"/>
            <a:ext cx="77266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50" b="0">
                <a:solidFill>
                  <a:srgbClr val="1B1F2A"/>
                </a:solidFill>
                <a:latin typeface="Apple SD Gothic Neo"/>
              </a:defRPr>
            </a:pPr>
            <a:r>
              <a:t>Tokamak zk-EVM의 실행, 증명, compiler/verifier 배경을 이해하기 위한 발표 자료.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9107424" y="2450592"/>
            <a:ext cx="1444752" cy="4206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7152" y="2587752"/>
            <a:ext cx="1225296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2563EB"/>
                </a:solidFill>
                <a:latin typeface="Apple SD Gothic Neo"/>
              </a:defRPr>
            </a:pPr>
            <a:r>
              <a:rPr>
                <a:hlinkClick r:id="rId2"/>
              </a:rPr>
              <a:t>Google Slides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493008"/>
            <a:ext cx="103875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730752"/>
            <a:ext cx="512064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Tokamak zk-EVM 쉬운 설명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169663"/>
            <a:ext cx="77266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50" b="0">
                <a:solidFill>
                  <a:srgbClr val="1B1F2A"/>
                </a:solidFill>
                <a:latin typeface="Apple SD Gothic Neo"/>
              </a:defRPr>
            </a:pPr>
            <a:r>
              <a:t>Tokamak zk-EVM의 핵심 아이디어를 더 쉽게 따라가기 위한 입문 영상.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107424" y="3913632"/>
            <a:ext cx="1444752" cy="4206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4050791"/>
            <a:ext cx="1225296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21A67A"/>
                </a:solidFill>
                <a:latin typeface="Apple SD Gothic Neo"/>
              </a:defRPr>
            </a:pPr>
            <a:r>
              <a:rPr>
                <a:hlinkClick r:id="rId3"/>
              </a:rPr>
              <a:t>YouTube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" y="5285232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5296" y="5431536"/>
            <a:ext cx="971092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추가 자료는 같은 형식으로 계속 확장한다.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