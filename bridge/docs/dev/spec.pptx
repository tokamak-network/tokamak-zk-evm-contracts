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설계 답변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한 문장으로 보는 Private App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Bridge는 transaction을 replay하지 않고, 등록된 DApp metadata와 verifier로 proof/public input의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788920"/>
            <a:ext cx="1426464" cy="62179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862072"/>
            <a:ext cx="129844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61488" y="2706624"/>
            <a:ext cx="1755648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5496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생성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policy snapshot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706624"/>
            <a:ext cx="1755648" cy="786384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transition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proof 생성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706624"/>
            <a:ext cx="1755648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verification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2706624"/>
            <a:ext cx="1755648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82328" y="2779776"/>
            <a:ext cx="1627631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 / asset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settlement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04288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517136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39128" y="3099816"/>
            <a:ext cx="4663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61120" y="3099816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229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Bridge: custody, admission,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DApp: transition semantics,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disclosure boundary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434840"/>
            <a:ext cx="324612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4626864"/>
            <a:ext cx="290779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Channel: immutable policy,</a:t>
            </a:r>
          </a:p>
          <a:p>
            <a:pPr algn="ctr">
              <a:defRPr sz="1230" b="1">
                <a:solidFill>
                  <a:srgbClr val="1B1F2A"/>
                </a:solidFill>
                <a:latin typeface="Apple SD Gothic Neo"/>
              </a:defRPr>
            </a:pPr>
            <a:r>
              <a:t>local state domain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07408" y="2231136"/>
            <a:ext cx="1828800" cy="1609344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2450592"/>
            <a:ext cx="1353312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45152" y="2852928"/>
            <a:ext cx="135331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1728" y="2880360"/>
            <a:ext cx="1280160" cy="548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630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45152" y="3081528"/>
            <a:ext cx="135331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8" y="3108960"/>
            <a:ext cx="1280160" cy="548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630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45152" y="3310128"/>
            <a:ext cx="135331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81728" y="3337560"/>
            <a:ext cx="1280160" cy="548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630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45152" y="3538728"/>
            <a:ext cx="1353312" cy="146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81728" y="3566160"/>
            <a:ext cx="1280160" cy="5486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630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1088136" cy="72237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1088136" cy="26517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35808"/>
            <a:ext cx="1088136" cy="1920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236208" y="2313432"/>
            <a:ext cx="1316736" cy="722376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236208" y="2770632"/>
            <a:ext cx="1316736" cy="265176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236208" y="3035808"/>
            <a:ext cx="1316736" cy="192024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31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